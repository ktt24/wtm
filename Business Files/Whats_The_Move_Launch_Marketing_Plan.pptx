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THE MOVE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&amp; Marketing Plan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ultimate real-time college nightlife compass.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 house parties • Discover local bars • Stay safe &amp; vibe right.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Kutter Thornton  | 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students are flying blind every weekend.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54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Info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0160" y="18745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GroupMe spam, Instagram stories, word-of-mouth. No central reliable source.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423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Opportunities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80160" y="2743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house parties and bar specials go undiscovered until it's too late.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2004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375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291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Risks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80160" y="3611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Unverified events, unknown crowds, no real-time safety signals or friend tracking.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40690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0624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1605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Fatigue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280160" y="4480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wasted texting friends 'where's the move?' instead of actually going out.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Solution: What's the Move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app. Real-time map. House parties auto-detected. Bars with live vibes. Safety built-in.</a:t>
            </a:r>
            <a:endParaRPr lang="en-US" sz="1500" dirty="0"/>
          </a:p>
        </p:txBody>
      </p:sp>
      <p:pic>
        <p:nvPicPr>
          <p:cNvPr id="4" name="Image 0" descr="/home/workdir/artifacts/imagine_images/DBDY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280160"/>
            <a:ext cx="3931920" cy="356616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Heatmap: See where the energy is right now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7452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40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Party Auto-Detect: Crowd-sourced hotspots + smart clustering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7744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144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Explorer: Ratings, specials, live crowd levels &amp; deals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8036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440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Vibes: Vote lit/mid/dead, share stories</a:t>
            </a:r>
            <a:endParaRPr lang="en-US" sz="13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83280"/>
            <a:ext cx="320040" cy="3200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1440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First: SOS, friend tracking, verified listings, tips</a:t>
            </a:r>
            <a:endParaRPr lang="en-US" sz="1300" dirty="0"/>
          </a:p>
        </p:txBody>
      </p:sp>
      <p:sp>
        <p:nvSpPr>
          <p:cNvPr id="15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&amp; ready. Privacy-first. Designed for Gen Z college students.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Massive Market Opportunity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16.2M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Undergraduates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(Fall 2025)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1430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$39B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Bars &amp; Nightclubs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(2025)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974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14.2%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College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Apps Market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6974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$2.1B → $6.1B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93776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Social Apps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→ 2033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Start with high-density party schools (TX, FL, CA, NY) → national expansion. Viral potential through social sharing &amp; FOMO.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 &amp; Our Edge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1752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Heatmaps + vibes for bars/events. Great but lighter on house parties.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We own house parties + deeper bar integration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DoorList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2057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hosting, RSVPs, QR for frats/sororities.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We focus on discovery &amp; real-time, not just management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Eventbrite/Meetup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3108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events. Not nightlife or college specific.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Hyper-focused on spontaneous college nights out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Moat: Specialized auto-detect for house parties + bars combo, privacy-first design, safety tools tailored for students, viral campus loops.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+ B2B Partnerships = Sustainable growth with strong unit economics.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E2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173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057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(B2C)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24688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Free core experience (map, basic discovery)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29718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Premium: $4.99/mo or $39/yr — ad-free, advanced filters, priority alerts, exclusive deals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3474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retention via FOMO &amp; social proof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28016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E2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057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Partnerships (B2B)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29000" y="24688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Featured listings &amp; promoted deals for bars/clubs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29000" y="29718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Analytics dashboard (anonymized crowd data)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29000" y="3474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Tiered pricing: $99–$499/mo depending on size &amp; features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28016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E2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1732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2057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Revenue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63640" y="24688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Affiliate commissions (Uber/Lyft, ticket platforms)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63640" y="29718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Sponsored events &amp; branded content (responsible)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63640" y="3474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Future: In-app ticketing for verified events (low fee)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 &amp; Marketing Strategy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Pre-Launch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93192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– Aug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app • Legal/compliance setup • Landing page + waitlist • Recruit 50 campus ambassadors at 5 pilot schools (UT Austin, UF, UCLA, etc.) • Create TikTok/IG content engine • Bar partnership outreach in Dallas &amp; pilot cities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Beta Launch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– Dec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launch on 3-5 campuses with university email verification • Ambassador-led events &amp; parties • Viral challenges (#WhatsTheMove) • Iterate on feedback • Target 10k-25k users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Expansion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– May 2027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to 15-20 additional campuses • Add ticketing &amp; more bar deals • Paid acquisition in key markets • First revenue from partnerships • 100k+ users target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Scale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2027+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expansion • Premium &amp; B2B ramp • International test markets • Potential Series 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Channels &amp; Tactics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2412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987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Social &amp; Viral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88720" y="1261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&amp; Instagram Reels: Night-out vlogs, 'day in the life' with app, user stories. #WhatsTheMove challenge. User-generated content incentives (badges, premium trials).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992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673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Ambassadors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88720" y="1947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or incentivized reps on each campus. Host launch parties, tabling, Greek life outreach. Create local hype &amp; trust.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2860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95728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359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&amp; Venue Partnerships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188720" y="2633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Co-branded nights, exclusive deals in-app, ambassador nights. Bars get visibility &amp; foot traffic; we get listings + revenue share.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9718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81528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044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Acquisition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188720" y="33192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TikTok/Meta ads to college towns, 18-24 demo. Lookalike audiences from early users. Retargeting warm leads.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" y="36576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67328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3730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&amp; Influencers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88720" y="4005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media (Daily Texan, etc.), tech/startup press. Micro-influencers (5k-50k followers) in Greek life &amp; nightlife scenes.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Safety, Legal &amp; Responsible Launch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Non-negotiable foundation. We build trust by protecting users and operating responsibly.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Privacy-First Design: 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474720" y="12801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Opt-in location only. Anonymized aggregates for heatmaps. Clear consent flows. CCPA/GDPR ready.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&amp; Content Controls: 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474720" y="18745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21+ emphasis for bar features. Age gates where needed. No promotion of underage drinking. Strict moderation of listings.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6888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Tools: 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3474720" y="24688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SOS button with location share. Friend tracking opt-in. Report unsafe events with quick review. Links to campus safety &amp; rideshare.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6324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Moderation: 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3474720" y="30632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university email for credibility. AI + human review of party reports. Remove illegal or dangerous listings fast.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5760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Compliance: 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3474720" y="36576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of service clear on user responsibility. No liability for user-hosted events. Partner with legal counsel for alcohol-adjacent marketing rules.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Success Metrics &amp; Financial Outlook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87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(Year 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931920" y="9875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150k+ registered, 40k+ MAU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904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14904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30%+ D1 retention, 15%+ D30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93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Activity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1993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reports/user/month in active campuses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96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(Year 1)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24963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$50k–$150k from early B2B + premium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992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29992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bars/venues signed by month 12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021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Score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3502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&lt;0.1% incident rate, high verification 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burn: Lean team, viral growth focus. Path to profitability by end of Year 2 with disciplined expansion.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Risks &amp; Mitigation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05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Adoption / Network Effects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88720" y="12984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ambassador program + viral mechanics from day one. Start dense on few campuses before spreading thin.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from FLOCK or new entrants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88720" y="21214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down on house party specialization + superior UX/safety. Move fast on features they lack (deeper bar deals).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5603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or Legal Issues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88720" y="29443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moderation, clear policies, legal review upfront. Transparent communication builds trust even when issues arise.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83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661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Policy Changes (App Store)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88720" y="3767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Diversify acquisition (web, SMS, ambassadors). Build owned channels (email, push, community Discord).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Make Every Night Legendary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Move is built. The market is hungry. The timing is perfect.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0116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2011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Finalize legal &amp; safety framework (2-3 weeks)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231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2423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Launch landing page + waitlist + ambassador recruitment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3464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28800" y="2834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Complete app polish &amp; beta testing infrastructure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24612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28800" y="3246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Secure first 3-5 bar partnerships in pilot cities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65760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828800" y="36576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Kick off content creation &amp; social launch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launch? Let's connect and make it happen.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Kutter Thornton  |  kutter_thornton  |  Dallas, TX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What's the Move - Launch &amp; Marketing Plan</dc:title>
  <dc:subject>Business &amp; Marketing Strategy for College Nightlife App</dc:subject>
  <dc:creator>Kutter Thornton</dc:creator>
  <cp:lastModifiedBy>Kutter Thornton</cp:lastModifiedBy>
  <cp:revision>1</cp:revision>
  <dcterms:created xsi:type="dcterms:W3CDTF">2026-05-05T03:28:01Z</dcterms:created>
  <dcterms:modified xsi:type="dcterms:W3CDTF">2026-05-05T03:28:01Z</dcterms:modified>
</cp:coreProperties>
</file>